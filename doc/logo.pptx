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4A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30" d="100"/>
          <a:sy n="230" d="100"/>
        </p:scale>
        <p:origin x="-4368" y="-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5D64A-FB75-5E0E-AB5E-70C1A35D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CCDA9B-2CBD-3913-CA00-747AF37F1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98808C-C8F2-F470-6C52-78BA16A2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02883-3623-1E59-5046-7BACEEA15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37769-2588-4607-E1A5-9E342A54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24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AC19F-F5EA-3160-04AE-5212B4AC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666C6D-7D48-8BCD-61E9-7B2FD2C68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97C338-555C-1A1D-35C2-B8B61761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48CE2-E253-EA95-7134-115B366B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CC04C-2B7E-4020-7E7E-FDF3DD58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33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01435-8C63-92B8-BDC0-D86A627A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ED7BED-8BCE-527E-9DE7-7784D5B1A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3C879-6969-A1FD-ADA3-64819164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35F77-592A-8943-3584-05A2DEDB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54BC6E-C051-D339-2E13-B9FF254F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11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F214E-0248-FC6F-9D1F-C2E1E4C5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74B53C-DFE3-B614-4FB9-48148FDBA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6FCF44-0439-1AC4-1688-514DFE86B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A7C00-37A6-6B67-3077-DA2128759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019812-F2A0-AD59-D737-B6500341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D66EA4-142E-7C28-8D33-AE0AF327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46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ED95C-1D39-2318-5976-688F449D1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2AC73F-336A-59CF-3274-AAA25D2B1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D7D148-4154-C03D-E2F8-C1B152EDB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8778BD-5A2A-5E8D-591F-0735BF8A1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368847-5AAB-2D39-2587-8649B36DB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B4DC75-DA2C-2902-6195-00F55D06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AB3C48-7CE2-EF57-608D-4A67CE6A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404F41-DA7B-4443-1A71-EC39E2BB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00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DC8B9-F87B-17D0-404F-0E30BA38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B27B49-0F69-CDD2-4CAE-0D8E8C7F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5F3F1A-9C5C-2A51-7335-D4460AD4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39D55E-458B-95FC-E5B6-DF3B8692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4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7C27F1-4971-5F06-CD06-E36AD93E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3281A9-C4D9-47C7-1332-54C2952D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E375CB-6153-A63C-7494-496518C2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8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399B2-F7FB-B381-EACF-C032124F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83523B-B3B4-A581-E42F-EC23E401C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71DD3B-F625-8043-79BD-6836F0656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C749E3-2B14-9F51-429D-AD2E70BF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A892F-8F33-F36F-5085-ADA0324F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F76B82-6D58-7C21-DC02-A9AD3D80D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30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CC76B-DF88-CFCC-4FE8-8AE27FA27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822BD3-C028-5BCA-09D2-91D26DB9E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797DD5-DD35-15A3-318C-001E79CA1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B85C92-6198-758C-D48C-A73B9087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B41AE-5AE6-E771-6624-24453038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F4D31D-771B-849C-2F3F-0BC53238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6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E4CAE-7A6F-3F4E-7137-9F7E9C1E4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D699A2-EFC3-4667-A688-C48F68BAD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84937F-D2E7-595E-5069-6662BBA1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5A30E7-D32F-16F8-F8F1-97CD83C81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EBC56B-421B-9BF3-BCBE-640758BD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67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AF311F-D137-7913-76DD-6A9E7B334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DE6007-DB05-8874-FFCA-A0294FD94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F0172-65F1-6893-A28E-E67A9A68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DFD99-6980-C956-B0A8-DAEE8F8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D089FB-25F2-1336-FE63-07068342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97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2A0FF3-55B4-2181-303F-4BC61059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8918E4-CABD-236B-458C-AE8FC17B4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7CA3E-A904-3941-EA0A-7650BAFEB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844B3-D652-4177-A638-CEF0D0FF6AF1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7884A-56AF-96FB-1EF0-C2A2182C2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7085E-935C-D49F-5928-782ED062F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D59A7-4B6C-4B27-9208-2D2CD9443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18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F69075EF-AA24-2456-395A-1334F2063C7C}"/>
              </a:ext>
            </a:extLst>
          </p:cNvPr>
          <p:cNvSpPr/>
          <p:nvPr/>
        </p:nvSpPr>
        <p:spPr>
          <a:xfrm rot="5400000">
            <a:off x="4116341" y="952134"/>
            <a:ext cx="1477818" cy="1477818"/>
          </a:xfrm>
          <a:prstGeom prst="roundRect">
            <a:avLst/>
          </a:prstGeom>
          <a:solidFill>
            <a:srgbClr val="84AF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F5A20D4-7145-72C6-1F86-2F9A5DBE69B1}"/>
              </a:ext>
            </a:extLst>
          </p:cNvPr>
          <p:cNvSpPr/>
          <p:nvPr/>
        </p:nvSpPr>
        <p:spPr>
          <a:xfrm rot="5400000">
            <a:off x="4361924" y="1162576"/>
            <a:ext cx="381979" cy="393628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249D89F-6E4B-AE05-959A-C7209FC77FFC}"/>
              </a:ext>
            </a:extLst>
          </p:cNvPr>
          <p:cNvSpPr/>
          <p:nvPr/>
        </p:nvSpPr>
        <p:spPr>
          <a:xfrm rot="5400000">
            <a:off x="4662229" y="1499992"/>
            <a:ext cx="381979" cy="393628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42593FE-A37D-D61C-A93C-9C3858B801F2}"/>
              </a:ext>
            </a:extLst>
          </p:cNvPr>
          <p:cNvSpPr/>
          <p:nvPr/>
        </p:nvSpPr>
        <p:spPr>
          <a:xfrm rot="5400000">
            <a:off x="4964309" y="1837408"/>
            <a:ext cx="381979" cy="393628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39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2026-09-22T14:08:21Z</dcterms:created>
  <dcterms:modified xsi:type="dcterms:W3CDTF">2026-09-22T14:19:46Z</dcterms:modified>
</cp:coreProperties>
</file>